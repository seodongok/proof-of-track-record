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ECF1F7"/>
                </a:solidFill>
                <a:latin typeface="Apple SD Gothic Neo"/>
              </a:rPr>
              <a:t>Proof of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8B9AAF"/>
                </a:solidFill>
                <a:latin typeface="Apple SD Gothic Neo"/>
              </a:rPr>
              <a:t>거래를 공개하지 않고 증명하는 트랙 레코드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거래 전에 전략을 커밋한다. 거래 후에 결과를 증명한다. 둘 다 고칠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Apple SD Gothic Neo"/>
              </a:rPr>
              <a:t>Midnight Korea Hackathon 2026 · 서동옥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숫자가 전부 진짜인데도</a:t>
            </a:r>
          </a:p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거짓말이 될 수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8B45C"/>
                </a:solidFill>
                <a:latin typeface="Apple SD Gothic Neo"/>
              </a:rPr>
              <a:t>"1년 동안 전략 10개를 돌렸다. 이게 그중 이긴 거다."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모든 거래가 실제고, 모든 체결이 검증 가능하고, 수익률도 정확하다.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그런데 다음에 무슨 일이 일어날지는 아무것도 말해주지 않는다.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선택이 숫자보다 먼저 일어났고, 선택은 흔적을 남기지 않기 때문이다.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이건 나에게 실제로 있었던 일이다 — S&amp;P 500 백테스트</a:t>
            </a:r>
          </a:p>
        </p:txBody>
      </p:sp>
      <p:pic>
        <p:nvPicPr>
          <p:cNvPr id="4" name="Picture 3" descr="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7740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초과수익 p 값이 0.083 에서 0.566 으로. 알파는 처음부터 없었다.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조작한 것은 하나도 없다. 파이프라인이 그저 다시 돌릴 수 있었을 뿐이다.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해법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ECF1F7"/>
                </a:solidFill>
                <a:latin typeface="Apple SD Gothic Neo"/>
              </a:rPr>
              <a:t>결과를 알기 전에 전략을 커밋한다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ECF1F7"/>
                </a:solidFill>
                <a:latin typeface="Apple SD Gothic Neo"/>
              </a:rPr>
              <a:t>그리고 성과가 바로 그 커밋된 전략에서 나왔음을 영지식으로 증명한다.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왜 영지식이어야 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327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사전 커밋만이면 해시로 충분하다. 그런데 트레이더는 전략을 공개할 수 없다.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공개하면 알파가 죽는다.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커밋은 내용을 숨겨야 하고, 나중의 증명은 성과가 그 숨겨진 것에서 나왔음을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열어보지 않고 보여야 한다. ZK 없이 하려면 검증자가 직접 재계산하도록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전략과 모든 거래를 공개해야 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7개, 각각 하나의 공격을 막는다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무엇을 막는가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03120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전략을 나중에 바꾸기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70048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2-3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670048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내지 않은 수익률 주장  (머클 커밋된 거래 로그)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3697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36976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리스크 관리 과장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03904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03904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손실 거래를 빼고 계산하기   ← NAV 는 잔고라 거래를 빼도 안 바뀐다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70832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370832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10개 중 1개를 1전 1승처럼 보이기   ← 시행 횟수가 공개된다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3776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937760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NAV 자체를 지어내기   ← 제3자 zkTLS 공증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692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5번과 6번이 차별점이다. 기존 연구는 과거 성과를 인증하지만,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"몇 개를 돌렸는지" 는 다루지 않는다.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5 — 손실을 빼고 계산할 수 없다</a:t>
            </a:r>
          </a:p>
        </p:txBody>
      </p:sp>
      <p:pic>
        <p:nvPicPr>
          <p:cNvPr id="4" name="Picture 3" descr="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5EE0B0"/>
                </a:solidFill>
                <a:latin typeface="Apple SD Gothic Neo"/>
              </a:rPr>
              <a:t>npm run nav  ·  거부 3 + 통과 1,  0.3초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구조 — 왼쪽 열은 체인에 닿지 않는다</a:t>
            </a:r>
          </a:p>
        </p:txBody>
      </p:sp>
      <p:pic>
        <p:nvPicPr>
          <p:cNvPr id="4" name="Picture 3" descr="architecture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271" y="731520"/>
            <a:ext cx="9217152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Midnight 을 어떻게 썼는가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프라이버시가 관례가 아니라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타입 검사로 강제된다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F06E6E"/>
                </a:solidFill>
                <a:latin typeface="Menlo"/>
              </a:rPr>
              <a:t>Exception: potential witness-value disclosure must be declared but is not: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F06E6E"/>
                </a:solidFill>
                <a:latin typeface="Menlo"/>
              </a:rPr>
              <a:t>  witness value potentially disclosed: the value of parameter h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F06E6E"/>
                </a:solidFill>
                <a:latin typeface="Menlo"/>
              </a:rPr>
              <a:t>  nature of the disclosure: ledger operation might disclose the witness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private 값이 public 원장에 닿으면 컴파일이 거부된다. 공개하려면 disclose() 로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의도를 명시해야 한다. 공개되는 것은 내가 공개하기로 결정한 것이지 샌 것이 아니다.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5EE0B0"/>
                </a:solidFill>
                <a:latin typeface="Apple SD Gothic Neo"/>
              </a:rPr>
              <a:t>개발 중 실제로 두 건이 잡혔다. 그중 하나는 checkRoot 가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5EE0B0"/>
                </a:solidFill>
                <a:latin typeface="Apple SD Gothic Neo"/>
              </a:rPr>
              <a:t>"이 증명이 어느 루트를 대상으로 하는지 드러난다" 고 지적한 것이다.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5EE0B0"/>
                </a:solidFill>
                <a:latin typeface="Apple SD Gothic Neo"/>
              </a:rPr>
              <a:t>사람 리뷰어라면 놓쳤을 채널이다.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실제로 동작한다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Midnight Preview 공개 테스트넷</a:t>
            </a:r>
          </a:p>
        </p:txBody>
      </p:sp>
      <p:pic>
        <p:nvPicPr>
          <p:cNvPr id="5" name="Picture 4" descr="on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0200"/>
            <a:ext cx="11384280" cy="40395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4864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증언된 값은 실제 바이낸스 USDⓈ-M 선물 계좌의 잔고다.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Primus zkTLS 공증인이 거래소 TLS 세션에서 직접 읽었다 — 자기 신고가 아니다.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못 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신뢰 가정은 사라지지 않았다.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옮겼을 뿐이다.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공증인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"트레이더가 정직하다" → "Primus 공증인 그룹이 정직하고 TLS 가 안 깨졌다".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분산 공증인 그룹이라 훨씬 낫지만 여전히 가정이다.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시빌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accountId 를 거래소 계정 식별자(uid)에 묶어, 신원 하나의 가격을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0 에서 KYC 1회로 올렸다. 시빌 저항을 만드는 게 아니라 거래소의 것을 상속한다.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다른 거래소를 쓰면 신원은 여전히 늘어난다.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직접 확인해 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계정도 도커도 필요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5EE0B0"/>
                </a:solidFill>
                <a:latin typeface="Menlo"/>
              </a:rPr>
              <a:t>git clone https://github.com/SeoDongOk/proof-of-track-record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5EE0B0"/>
                </a:solidFill>
                <a:latin typeface="Menlo"/>
              </a:rPr>
              <a:t>npm ci &amp;&amp; npm run build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5EE0B0"/>
                </a:solidFill>
                <a:latin typeface="Menlo"/>
              </a:rPr>
              <a:t>npm test           # 28개 통과,  0.6초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5EE0B0"/>
                </a:solidFill>
                <a:latin typeface="Menlo"/>
              </a:rPr>
              <a:t>npm run nav        # 체리피킹 차단 — 거부 3 + 통과 1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5EE0B0"/>
                </a:solidFill>
                <a:latin typeface="Menlo"/>
              </a:rPr>
              <a:t>npm run verify     # 실제 zkTLS 증언 서명 검증,  계정 불필요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npm run verify 는 저장소에 들어 있는 실제 zkTLS 증언의 서명을 오프라인에서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확인하고, 값을 한 글자 바꾼 사본이 거부되는 것까지 같은 실행에서 보여줍니다.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github.com/SeoDongOk/proof-of-track-record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