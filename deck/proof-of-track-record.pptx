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ECF1F7"/>
                </a:solidFill>
                <a:latin typeface="Apple SD Gothic Neo"/>
              </a:rPr>
              <a:t>Proof of 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8B9AAF"/>
                </a:solidFill>
                <a:latin typeface="Apple SD Gothic Neo"/>
              </a:rPr>
              <a:t>거래를 공개하지 않고 증명하는 트랙 레코드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거래 전에 전략을 커밋한다. 거래 후에 결과를 증명한다. 둘 다 고칠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Apple SD Gothic Neo"/>
              </a:rPr>
              <a:t>Midnight Korea Hackathon 2026 · 서동옥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숫자가 전부 진짜인데도</a:t>
            </a:r>
          </a:p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거짓말이 될 수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8B45C"/>
                </a:solidFill>
                <a:latin typeface="Apple SD Gothic Neo"/>
              </a:rPr>
              <a:t>"1년 동안 전략 10개를 돌렸다. 이게 그중 이긴 거다."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모든 거래가 실제고, 모든 체결이 검증 가능하고, 수익률도 정확하다.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그런데 다음에 무슨 일이 일어날지는 아무것도 말해주지 않는다.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선택이 숫자보다 먼저 일어났고, 선택은 흔적을 남기지 않기 때문이다.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이건 나에게 실제로 있었던 일이다 — S&amp;P 500 백테스트</a:t>
            </a:r>
          </a:p>
        </p:txBody>
      </p:sp>
      <p:pic>
        <p:nvPicPr>
          <p:cNvPr id="4" name="Picture 3" descr="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84280" cy="4590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62356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생존 편향 제거만으로 연 9.15%p 가 사라졌다.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조작한 것은 하나도 없다. 파이프라인이 그저 다시 돌릴 수 있었을 뿐이고, 그 과정은 흔적을 남기지 않는다.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수치로 보면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알파는 처음부터 없었다</a:t>
            </a:r>
          </a:p>
        </p:txBody>
      </p:sp>
      <p:pic>
        <p:nvPicPr>
          <p:cNvPr id="5" name="Picture 4" descr="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54480"/>
            <a:ext cx="11384280" cy="4217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출처: github.com/SeoDongOk/Algorithmic_Trading_YL — 97개월치 위키피디아 리비전으로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시점별 S&amp;P500 구성종목을 복원해 재측정. 2018-11 ~ 2023-09, 60개월.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해법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ECF1F7"/>
                </a:solidFill>
                <a:latin typeface="Apple SD Gothic Neo"/>
              </a:rPr>
              <a:t>결과를 알기 전에 전략을 커밋한다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ECF1F7"/>
                </a:solidFill>
                <a:latin typeface="Apple SD Gothic Neo"/>
              </a:rPr>
              <a:t>그리고 성과가 바로 그 커밋된 전략에서 나왔음을 영지식으로 증명한다.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5EE0B0"/>
                </a:solidFill>
                <a:latin typeface="Apple SD Gothic Neo"/>
              </a:rPr>
              <a:t>왜 영지식이어야 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3327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사전 커밋만이면 해시로 충분하다. 그런데 트레이더는 전략을 공개할 수 없다.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공개하면 알파가 죽는다.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커밋은 내용을 숨겨야 하고, 나중의 증명은 성과가 그 숨겨진 것에서 나왔음을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열어보지 않고 보여야 한다. ZK 없이 하려면 검증자가 직접 재계산하도록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전략과 모든 거래를 공개해야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1500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EE0B0"/>
                </a:solidFill>
                <a:latin typeface="Menlo"/>
              </a:rPr>
              <a:t>commitStrategy()        전략 해시를 원장에   — 거래 전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5EE0B0"/>
                </a:solidFill>
                <a:latin typeface="Menlo"/>
              </a:rPr>
              <a:t>proveReturnAtLeast()    "수익률 ≥ X" 만 원장에 — 거래 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7개, 각각 하나의 공격을 막는다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무엇을 막는가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0574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전략을 나중에 바꾸기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84831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commitStrategy  :77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24328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2-3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624328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내지 않은 수익률 주장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517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proveReturnAtLeast  :185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91256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191256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리스크 관리 과장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proveMaxWeight  :242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58184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758184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EE0B0"/>
                </a:solidFill>
                <a:latin typeface="Apple SD Gothic Neo"/>
              </a:rPr>
              <a:t>손실 거래를 빼고 계산하기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78561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proveNavReturnAtLeast  :318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25112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325112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EE0B0"/>
                </a:solidFill>
                <a:latin typeface="Apple SD Gothic Neo"/>
              </a:rPr>
              <a:t>시행 횟수를 숨기기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35254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registerStrategy  :95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9204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89204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NAV 자체를 지어내기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91947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proveAttestedNav  :82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6692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5번과 6번이 차별점이다. Obscura 와 Proof of Alpha 는 과거 성과를 인증하지만,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"몇 개를 돌렸는지" 는 다루지 않는다.  ← contracts/track_record.compact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5 — 손실을 빼고 계산할 수 없다</a:t>
            </a:r>
          </a:p>
        </p:txBody>
      </p:sp>
      <p:pic>
        <p:nvPicPr>
          <p:cNvPr id="4" name="Picture 3" descr="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84280" cy="4590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5EE0B0"/>
                </a:solidFill>
                <a:latin typeface="Apple SD Gothic Neo"/>
              </a:rPr>
              <a:t>npm run nav  ·  거부 3 + 통과 1 · 자격증명·도커 불필요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말이 아니라 실행 결과</a:t>
            </a:r>
          </a:p>
        </p:txBody>
      </p:sp>
      <p:pic>
        <p:nvPicPr>
          <p:cNvPr id="4" name="Picture 3" descr="cap-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65" y="777240"/>
            <a:ext cx="9161964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EE0B0"/>
                </a:solidFill>
                <a:latin typeface="Apple SD Gothic Neo"/>
              </a:rPr>
              <a:t>거부 3 · 통과 1 · 자격증명도 도커도 필요 없다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구조 — 왼쪽 열은 체인에 닿지 않는다</a:t>
            </a:r>
          </a:p>
        </p:txBody>
      </p:sp>
      <p:pic>
        <p:nvPicPr>
          <p:cNvPr id="4" name="Picture 3" descr="architecture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271" y="731520"/>
            <a:ext cx="9217152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Midnight 을 어떻게 썼는가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프라이버시가 관례가 아니라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타입 검사로 강제된다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disclose() 를 하나 지우고 컴파일하면 — 실제 출력</a:t>
            </a:r>
          </a:p>
        </p:txBody>
      </p:sp>
      <p:pic>
        <p:nvPicPr>
          <p:cNvPr id="6" name="Picture 5" descr="cap-discl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71800"/>
            <a:ext cx="9692640" cy="25200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파일·줄·"프로그램을 통과한 경로"까지 짚어 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7220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개발 중 두 건이 이렇게 잡혔다. 하나는 checkRoot 가 "이 증명이 어느 루트를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대상으로 하는지 드러난다" 고 지적한 것 — 사람 리뷰어라면 놓쳤을 채널이다.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실제로 동작한다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Midnight Preview 공개 테스트넷</a:t>
            </a:r>
          </a:p>
        </p:txBody>
      </p:sp>
      <p:pic>
        <p:nvPicPr>
          <p:cNvPr id="5" name="Picture 4" descr="on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10881360" cy="28958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EE0B0"/>
                </a:solidFill>
                <a:latin typeface="Apple SD Gothic Neo"/>
              </a:rPr>
              <a:t>원장에는 커밋만 있다. NAV 값은 체인에 가지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증언된 값은 실제 바이낸스 선물 계좌의 잔고다. Primus 공증인 0xdb736b13… 이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거래소 TLS 세션에서 직접 읽었다 — 자기 신고가 아니다. 배포·호출 7건 전부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공개 인디서에서 조회된다.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EE0B0"/>
                </a:solidFill>
                <a:latin typeface="Menlo"/>
              </a:rPr>
              <a:t>curl -s -X POST https://indexer.preview.midnight.network/api/v4/graphql \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EE0B0"/>
                </a:solidFill>
                <a:latin typeface="Menlo"/>
              </a:rPr>
              <a:t>  -d '{"query":"{ contractAction(address:\"f57c3092…\"){ __typename } }"}'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못 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신뢰 가정은 사라지지 않았다.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옮겼을 뿐이다.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공증인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"트레이더가 정직하다" → "Primus 공증인 그룹이 정직하고 TLS 가 안 깨졌다".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분산 공증인 그룹이라 훨씬 낫지만 여전히 가정이다.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시빌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accountId 를 거래소 계정 식별자(uid)에 묶어, 신원 하나의 가격을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0 에서 KYC 1회로 올렸다. 시빌 저항을 만드는 게 아니라 거래소의 것을 상속한다.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다른 거래소를 쓰면 신원은 여전히 늘어난다.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심사자가 계정 없이 확인할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CF1F7"/>
                </a:solidFill>
                <a:latin typeface="Apple SD Gothic Neo"/>
              </a:rPr>
              <a:t>npm run verify · npm test</a:t>
            </a:r>
          </a:p>
        </p:txBody>
      </p:sp>
      <p:pic>
        <p:nvPicPr>
          <p:cNvPr id="5" name="Picture 4" descr="cap-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11064240" cy="33453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5EE0B0"/>
                </a:solidFill>
                <a:latin typeface="Apple SD Gothic Neo"/>
              </a:rPr>
              <a:t>npm test  —  28개 통과 · 1초 이내 · 회로 거부 13건을 단언으로 고정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직접 확인해 보세요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계정도 도커도 필요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git clone https://github.com/SeoDongOk/proof-of-track-record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npm ci &amp;&amp; npm run build          # 약 40초, 회로 14개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npm test                         # 28개 통과,  1초 이내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npm run nav                      # 거부 3 + 통과 1,  1초 이내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npm run verify                   # zkTLS 증언 서명 검증,  계정 불필요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npm run verify 는 저장소에 들어 있는 실제 zkTLS 증언의 서명을 오프라인에서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확인하고, 값을 한 글자 바꾼 사본이 거부되는 것까지 같은 실행에서 보여줍니다.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5EE0B0"/>
                </a:solidFill>
                <a:latin typeface="Apple SD Gothic Neo"/>
              </a:rPr>
              <a:t>github.com/SeoDongOk/proof-of-track-record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