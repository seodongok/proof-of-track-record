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800" b="1">
                <a:solidFill>
                  <a:srgbClr val="ECF1F7"/>
                </a:solidFill>
                <a:latin typeface="Apple SD Gothic Neo"/>
              </a:rPr>
              <a:t>Proof of Track Record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918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8B9AAF"/>
                </a:solidFill>
                <a:latin typeface="Apple SD Gothic Neo"/>
              </a:rPr>
              <a:t>거래를 공개하지 않고 증명하는 트랙 레코드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거래 전 전략 커밋  ·  거래 후 결과 증명  ·  둘 다 수정 불가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85216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8B9AAF"/>
                </a:solidFill>
                <a:latin typeface="Apple SD Gothic Neo"/>
              </a:rPr>
              <a:t>Midnight Korea Hackathon 2026 · 서동옥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문제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전부 진짜인 숫자로</a:t>
            </a:r>
          </a:p>
          <a:p>
            <a:pPr algn="l">
              <a:lnSpc>
                <a:spcPct val="125000"/>
              </a:lnSpc>
            </a:pPr>
            <a:r>
              <a:rPr sz="3800" b="1">
                <a:solidFill>
                  <a:srgbClr val="ECF1F7"/>
                </a:solidFill>
                <a:latin typeface="Apple SD Gothic Neo"/>
              </a:rPr>
              <a:t>만들어지는 거짓말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1089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E8B45C"/>
                </a:solidFill>
                <a:latin typeface="Apple SD Gothic Neo"/>
              </a:rPr>
              <a:t>"1년 동안 돌린 전략 열 개 중 제일 잘 된 하나"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2336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거래, 체결, 수익률 전부 진짜</a:t>
            </a:r>
          </a:p>
          <a:p>
            <a:pPr algn="l">
              <a:lnSpc>
                <a:spcPct val="125000"/>
              </a:lnSpc>
            </a:pPr>
            <a:r>
              <a:rPr sz="2000" b="0">
                <a:solidFill>
                  <a:srgbClr val="8B9AAF"/>
                </a:solidFill>
                <a:latin typeface="Apple SD Gothic Neo"/>
              </a:rPr>
              <a:t>먼저 일어난 선택, 남지 않는 선택의 흔적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발표자의 백테스트 — S&amp;P 500, 2018-11 ~ 2023-09</a:t>
            </a:r>
          </a:p>
        </p:txBody>
      </p:sp>
      <p:pic>
        <p:nvPicPr>
          <p:cNvPr id="4" name="Picture 3" descr="back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62356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000" b="1">
                <a:solidFill>
                  <a:srgbClr val="E8B45C"/>
                </a:solidFill>
                <a:latin typeface="Apple SD Gothic Neo"/>
              </a:rPr>
              <a:t>생존 편향 하나 제거에 사라진 연 9.15%p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B9AAF"/>
                </a:solidFill>
                <a:latin typeface="Apple SD Gothic Neo"/>
              </a:rPr>
              <a:t>조작 없음  ·  다시 돌릴 수 있었을 뿐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한 사람만의 일이 아님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같은 보정, 같은 결과</a:t>
            </a:r>
          </a:p>
        </p:txBody>
      </p:sp>
      <p:pic>
        <p:nvPicPr>
          <p:cNvPr id="5" name="Picture 4" descr="indus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495" y="1508760"/>
            <a:ext cx="10204704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39% 감소는 특이값이 아닌 업계 평균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Malkiel &amp; Saha (TASS 3,500개 펀드) · McLean &amp; Pontiff, Journal of Finance 2016 (예측변수 97개)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반복되는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개인의 문제가 아닌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구조의 문제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사라지는 실패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9184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DB 에서 빠지는 망한 펀드, 발표되지 않는 안 된 전략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기록되지 않는 시도 횟수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검증된 팩터 316개  ·  시도 횟수 없이는 계산 불가능한 유의성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212080"/>
            <a:ext cx="103327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남지 않는 흔적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692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최종 숫자만으로는 첫 시도인지 열 번째인지 구별 불가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해법 — 흔적을 남기는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8872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600" b="1">
                <a:solidFill>
                  <a:srgbClr val="ECF1F7"/>
                </a:solidFill>
                <a:latin typeface="Apple SD Gothic Neo"/>
              </a:rPr>
              <a:t>결과를 알기 전, 전략 커밋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ECF1F7"/>
                </a:solidFill>
                <a:latin typeface="Apple SD Gothic Neo"/>
              </a:rPr>
              <a:t>성과가 그 전략에서 나왔다는 영지식 증명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영지식이 필요한 이유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공개하는 순간 사라지는 알파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숨긴 채 커밋, 열지 않은 채 증명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2064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전  —  원장에 오르는 것은 전략의 해시뿐</a:t>
            </a:r>
          </a:p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거래 후  —  원장에 오르는 것은 "수익률 X 이상" 이라는 사실뿐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증명하는 트레이더, 검증하는 투자자</a:t>
            </a:r>
          </a:p>
        </p:txBody>
      </p:sp>
      <p:pic>
        <p:nvPicPr>
          <p:cNvPr id="5" name="Picture 4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" y="1508760"/>
            <a:ext cx="1062990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체인에 오르는 것은 커밋과 증명뿐  ·  전략, 거래, 잔고는 체인 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7개, 각각 막는 공격 하나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>
                <a:solidFill>
                  <a:srgbClr val="ECF1F7"/>
                </a:solidFill>
                <a:latin typeface="Apple SD Gothic Neo"/>
              </a:rPr>
              <a:t>차단하는 공격 7가지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05740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전략을 나중에 바꾸기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210312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전략 해시를 거래 전에 커밋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24328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2-3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62432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없는 수익률 주장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670048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수익률이 커밋된 거래 로그에서 나왔음을 증명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91256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19125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리스크 관리 과장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35040" y="3236976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포지션 한도가 지켜졌음을 증명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758184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758184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손실 거래를 빼고 계산하기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3803904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ECF1F7"/>
                </a:solidFill>
                <a:latin typeface="Apple SD Gothic Neo"/>
              </a:rPr>
              <a:t>수익률이 커밋된 계좌 잔고와 맞음을 증명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325112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432511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5EE0B0"/>
                </a:solidFill>
                <a:latin typeface="Apple SD Gothic Neo"/>
              </a:rPr>
              <a:t>시행 횟수를 숨기기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0" y="4370832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ECF1F7"/>
                </a:solidFill>
                <a:latin typeface="Apple SD Gothic Neo"/>
              </a:rPr>
              <a:t>시도한 전략 수 공개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8920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8B9AAF"/>
                </a:solidFill>
                <a:latin typeface="Apple SD Gothic Neo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489204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B9AAF"/>
                </a:solidFill>
                <a:latin typeface="Apple SD Gothic Neo"/>
              </a:rPr>
              <a:t>NAV 자체를 지어내기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4937760"/>
            <a:ext cx="54864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8B9AAF"/>
                </a:solidFill>
                <a:latin typeface="Apple SD Gothic Neo"/>
              </a:rPr>
              <a:t>제3자의 잔고 증언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7607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E8B45C"/>
                </a:solidFill>
                <a:latin typeface="Apple SD Gothic Neo"/>
              </a:rPr>
              <a:t>차별점은 5번과 6번  ·  Obscura, Proof of Alpha 는 과거 성과 인증까지, 시도 횟수는 다루지 않음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회로 5 — 손실을 뺀 계산 불가</a:t>
            </a:r>
          </a:p>
        </p:txBody>
      </p:sp>
      <p:pic>
        <p:nvPicPr>
          <p:cNvPr id="4" name="Picture 3" descr="na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914400"/>
            <a:ext cx="11384280" cy="45904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5EE0B0"/>
                </a:solidFill>
                <a:latin typeface="Apple SD Gothic Neo"/>
              </a:rPr>
              <a:t>부풀린 주장 3건 거부  ·  실제 성과 그대로인 주장 1건 통과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Midnight 활용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타입 검사가 강제하는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프라이버시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disclose() 하나를 뺐을 때의 컴파일 결과</a:t>
            </a:r>
          </a:p>
        </p:txBody>
      </p:sp>
      <p:pic>
        <p:nvPicPr>
          <p:cNvPr id="6" name="Picture 5" descr="cap-discl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971800"/>
            <a:ext cx="9692640" cy="2520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5EE0B0"/>
                </a:solidFill>
                <a:latin typeface="Apple SD Gothic Neo"/>
              </a:rPr>
              <a:t>파일, 줄, 프로그램 경로까지 지목  ·  개발 중 이렇게 잡힌 누락 2건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실제 동작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ECF1F7"/>
                </a:solidFill>
                <a:latin typeface="Apple SD Gothic Neo"/>
              </a:rPr>
              <a:t>Midnight Preview 공개 테스트넷</a:t>
            </a:r>
          </a:p>
        </p:txBody>
      </p:sp>
      <p:pic>
        <p:nvPicPr>
          <p:cNvPr id="5" name="Picture 4" descr="onch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167" y="1463040"/>
            <a:ext cx="10119360" cy="29260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5EE0B0"/>
                </a:solidFill>
                <a:latin typeface="Apple SD Gothic Neo"/>
              </a:rPr>
              <a:t>원장에는 커밋만  ·  NAV 값은 체인 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1663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증언된 값은 실제 바이낸스 선물 계좌 잔고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8B9AAF"/>
                </a:solidFill>
                <a:latin typeface="Apple SD Gothic Neo"/>
              </a:rPr>
              <a:t>Primus 공증인이 거래소 TLS 세션에서 직접 읽은 값, 자기 신고 아님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1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73152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B9AAF"/>
                </a:solidFill>
                <a:latin typeface="Apple SD Gothic Neo"/>
              </a:rPr>
              <a:t>남은 가정, 그리고 직접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143000"/>
            <a:ext cx="103327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사라지지 않고</a:t>
            </a:r>
          </a:p>
          <a:p>
            <a:pPr algn="l">
              <a:lnSpc>
                <a:spcPct val="125000"/>
              </a:lnSpc>
            </a:pPr>
            <a:r>
              <a:rPr sz="3400" b="1">
                <a:solidFill>
                  <a:srgbClr val="ECF1F7"/>
                </a:solidFill>
                <a:latin typeface="Apple SD Gothic Neo"/>
              </a:rPr>
              <a:t>옮겨진 신뢰 가정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공증인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54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트레이더 대신 믿는 Primus 공증인 그룹과 TLS  ·  분산돼 있어 낫지만 여전히 가정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8B45C"/>
                </a:solidFill>
                <a:latin typeface="Apple SD Gothic Neo"/>
              </a:rPr>
              <a:t>시빌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거래소 uid 에 묶인 계정 식별자  ·  신원 하나의 비용은 0 에서 KYC 한 번으로</a:t>
            </a:r>
          </a:p>
          <a:p>
            <a:pPr algn="l">
              <a:lnSpc>
                <a:spcPct val="125000"/>
              </a:lnSpc>
            </a:pPr>
            <a:r>
              <a:rPr sz="1800" b="0">
                <a:solidFill>
                  <a:srgbClr val="8B9AAF"/>
                </a:solidFill>
                <a:latin typeface="Apple SD Gothic Neo"/>
              </a:rPr>
              <a:t>만든 시빌 저항이 아니라 거래소에서 빌린 시빌 저항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9496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>
                <a:solidFill>
                  <a:srgbClr val="ECF1F7"/>
                </a:solidFill>
                <a:latin typeface="Apple SD Gothic Neo"/>
              </a:rPr>
              <a:t>계정 없이 1초 안에 직접 확인 가능  —  테스트 28개 · 회로 5 시연 · 증언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94360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1">
                <a:solidFill>
                  <a:srgbClr val="5EE0B0"/>
                </a:solidFill>
                <a:latin typeface="Apple SD Gothic Neo"/>
              </a:rPr>
              <a:t>github.com/SeoDongOk/proof-of-track-record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