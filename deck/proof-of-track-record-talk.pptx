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트레이더가 전략을 숨긴 채, 투자자에게 성과를 증명하는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 전략 커밋  ·  거래 후 결과 증명  ·  둘 다 수정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보여줄 수 없는 전략,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믿을 수 없는 숫자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트레이더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투자자에게 실력을 증명하고 싶음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전략은 공개 불가 — 공개하는 순간 알파 소멸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2004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8B45C"/>
                </a:solidFill>
                <a:latin typeface="Apple SD Gothic Neo"/>
              </a:rPr>
              <a:t>투자자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70332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수익률 숫자는 받았음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그 숫자가 열 개 중 고른 하나인지 알 방법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CF1F7"/>
                </a:solidFill>
                <a:latin typeface="Apple SD Gothic Neo"/>
              </a:rPr>
              <a:t>지금까지의 선택지는 둘 중 하나  —  전략을 공개하거나, 숫자를 그냥 믿거나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숫자를 못 믿는 이유 — 발표자의 백테스트 (S&amp;P 500, 2018-11 ~ 2023-09)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" y="868680"/>
            <a:ext cx="11111788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8B45C"/>
                </a:solidFill>
                <a:latin typeface="Apple SD Gothic Neo"/>
              </a:rPr>
              <a:t>생존 편향 하나 제거에 사라진 연 9.15%p  ·  조작 없음, 다시 돌릴 수 있었을 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"열 개 돌려 제일 잘 된 하나" 도 같은 구조  —  진짜 숫자로 만들어지는 거짓말, 고른 흔적은 어디에도 없음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한 사람만의 일이 아님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같은 보정, 같은 결과</a:t>
            </a:r>
          </a:p>
        </p:txBody>
      </p:sp>
      <p:pic>
        <p:nvPicPr>
          <p:cNvPr id="5" name="Picture 4" descr="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652" y="1463040"/>
            <a:ext cx="952439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39% 감소는 특이값이 아닌 업계 평균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ECF1F7"/>
                </a:solidFill>
                <a:latin typeface="Apple SD Gothic Neo"/>
              </a:rPr>
              <a:t>공통 원인은 하나  —  몇 번 시도했는지 아무도 기록하지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AAF"/>
                </a:solidFill>
                <a:latin typeface="Apple SD Gothic Neo"/>
              </a:rPr>
              <a:t>Malkiel &amp; Saha (TASS 3,500개 펀드) · McLean &amp; Pontiff, Journal of Finance 2016 (예측변수 97개)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숫자 대신 선택을 기록하는 세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1  거래 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전략의 해시를 원장에 커밋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내용은 비공개, 시점만 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2  거래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9748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평소처럼 거래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전략·거래·잔고는 전부 체인 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3  거래 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69748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"수익률 X 이상" 을 영지식으로 증명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원장에 오르는 것은 그 사실뿐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F1F7"/>
                </a:solidFill>
                <a:latin typeface="Apple SD Gothic Neo"/>
              </a:rPr>
              <a:t>투자자가 알게 되는 것 셋  —  전략은 끝까지 비공개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①  결과를 알기 전에 정해진 전략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②  바로 그 전략에서 나온 성과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③  시도한 전략의 개수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증명하는 트레이더, 검증하는 투자자</a:t>
            </a:r>
          </a:p>
        </p:txBody>
      </p:sp>
      <p:pic>
        <p:nvPicPr>
          <p:cNvPr id="5" name="Picture 4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" y="1508760"/>
            <a:ext cx="106299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체인에 오르는 것은 커밋과 증명뿐  ·  전략, 거래, 잔고는 체인 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막는 공격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차단하는 공격 7가지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1031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전략 해시를 거래 전에 커밋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없는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700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거래 로그에서 나왔음을 증명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23697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포지션 한도가 지켜졌음을 증명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80390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ECF1F7"/>
                </a:solidFill>
                <a:latin typeface="Apple SD Gothic Neo"/>
              </a:rPr>
              <a:t>수익률이 커밋된 계좌 잔고와 맞음을 증명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37083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ECF1F7"/>
                </a:solidFill>
                <a:latin typeface="Apple SD Gothic Neo"/>
              </a:rPr>
              <a:t>시도한 전략 수 공개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377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제3자의 잔고 증언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E8B45C"/>
                </a:solidFill>
                <a:latin typeface="Apple SD Gothic Neo"/>
              </a:rPr>
              <a:t>차별점은 5번과 6번  ·  Obscura, Proof of Alpha 는 과거 성과 인증까지, 시도 횟수는 다루지 않음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뺀 계산 불가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부풀린 주장 3건 거부  ·  실제 성과 그대로인 주장 1건 통과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검사가 강제하는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disclose() 하나를 뺐을 때의 컴파일 결과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파일, 줄, 프로그램 경로까지 지목  ·  개발 중 이렇게 잡힌 누락 2건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 동작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67" y="1463040"/>
            <a:ext cx="1011936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 ·  NAV 값은 체인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선물 계좌 잔고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Primus 공증인이 거래소 TLS 세션에서 직접 읽은 값, 자기 신고 아님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남은 가정, 그리고 직접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사라지지 않고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옮겨진 신뢰 가정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트레이더 대신 믿는 Primus 공증인 그룹과 TLS  ·  분산돼 있어 낫지만 여전히 가정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거래소 uid 에 묶인 계정 식별자  ·  신원 하나의 비용은 0 에서 KYC 한 번으로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만든 시빌 저항이 아니라 거래소에서 빌린 시빌 저항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CF1F7"/>
                </a:solidFill>
                <a:latin typeface="Apple SD Gothic Neo"/>
              </a:rPr>
              <a:t>계정 없이 1초 안에 직접 확인 가능  —  테스트 28개 · 회로 5 시연 · 증언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