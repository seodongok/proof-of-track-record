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 — S&amp;P 500 백테스트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생존 편향 제거만으로 연 9.15%p 가 사라졌다.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뿐이고, 그 과정은 흔적을 남기지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github.com/SeoDongOk/Algorithmic_Trading_YL — 97개월치 위키피디아 리비전으로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시점별 S&amp;P500 구성종목을 복원해 재측정. 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그런데 이건 나만의 일이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같은 보정을 하면 같은 일이 벌어진다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495" y="1508760"/>
            <a:ext cx="102047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B45C"/>
                </a:solidFill>
                <a:latin typeface="Apple SD Gothic Neo"/>
              </a:rPr>
              <a:t>내 39% 는 특이값이 아니다. 업계 평균에 가깝다.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왜 반복되는가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개인의 부정직이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구조의 문제다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실패한 시도는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망한 펀드는 데이터베이스에서 빠지고, 안 되는 전략은 발표되지 않는다.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남은 것만 보면 세상은 실제보다 좋아 보인다.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시도 횟수가 기록되지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팩터 316개가 검증됐고, 그래서 Harvey·Liu·Zhu 는 t 값 기준을 2.0 에서 3.0 으로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올려야 한다고 했다. 몇 번 시도했는지를 모르면 유의성 자체를 계산할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흔적이 남지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최종 숫자만 보는 사람은 그게 첫 시도인지 열 번째인지 알 방법이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 — 흔적을 남기게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commitStrategy()        전략 해시를 원장에   — 거래 전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proveReturnAtLeast()    "수익률 ≥ X" 만 원장에 — 거래 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8483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commitStrategy  :77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proveReturnAtLeast  :185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proveMaxWeight  :242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85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proveNavReturnAtLeast  :318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525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registerStrategy  :95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194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proveAttestedNav  :82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5번과 6번이 차별점이다. Obscura 와 Proof of Alpha 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"몇 개를 돌렸는지" 는 다루지 않는다.  ← contracts/track_record.compact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run nav  ·  거부 3 + 통과 1 · 자격증명·도커 불필요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말이 아니라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 · 통과 1 · 자격증명도 도커도 필요 없다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disclose() 를 하나 지우고 컴파일하면 — 실제 출력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파일·줄·"프로그램을 통과한 경로"까지 짚어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개발 중 두 건이 이렇게 잡혔다. 하나는 checkRoot 가 "이 증명이 어느 루트를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대상으로 하는지 드러난다" 고 지적한 것 — 사람 리뷰어라면 놓쳤을 채널이다.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10881360" cy="28958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계좌의 잔고다. Primus 공증인 0xdb736b13… 이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거래소 TLS 세션에서 직접 읽었다 — 자기 신고가 아니다. 배포·호출 7건 전부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공개 인디서에서 조회된다.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curl -s -X POST https://indexer.preview.midnight.network/api/v4/graphql \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  -d '{"query":"{ contractAction(address:\"f57c3092…\"){ __typename } }"}'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계정 없이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CF1F7"/>
                </a:solidFill>
                <a:latin typeface="Apple SD Gothic Neo"/>
              </a:rPr>
              <a:t>npm run verify · npm test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345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test  —  28개 통과 · 1초 이내 · 회로 거부 13건을 단언으로 고정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ci &amp;&amp; npm run build          # 약 40초, 회로 14개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test                         # 28개 통과,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nav                      # 거부 3 + 통과 1,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verify                   # zkTLS 증언 서명 검증,  계정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