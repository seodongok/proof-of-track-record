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전에 전략을 커밋한다. 거래 후에 결과를 증명한다. 둘 다 고칠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숫자가 전부 진짜인데도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거짓말이 될 수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"1년 동안 전략 10개를 돌렸다. 이게 그중 이긴 거다."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모든 거래가 실제고, 모든 체결이 검증 가능하고, 수익률도 정확하다.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그런데 다음에 무슨 일이 일어날지는 아무것도 말해주지 않는다.</a:t>
            </a:r>
          </a:p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선택이 숫자보다 먼저 일어났고, 선택은 흔적을 남기지 않기 때문이다.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이건 나에게 실제로 있었던 일이다 — S&amp;P 500 백테스트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7740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초과수익 p 값이 0.083 에서 0.566 으로. 알파는 처음부터 없었다.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조작한 것은 하나도 없다. 파이프라인이 그저 다시 돌릴 수 있었을 뿐이다.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수치로 보면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알파는 처음부터 없었다</a:t>
            </a:r>
          </a:p>
        </p:txBody>
      </p:sp>
      <p:pic>
        <p:nvPicPr>
          <p:cNvPr id="5" name="Picture 4" descr="st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54480"/>
            <a:ext cx="11384280" cy="4217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출처: github.com/SeoDongOk/Algorithmic_Trading_YL — 97개월치 위키피디아 리비전으로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시점별 S&amp;P500 구성종목을 복원해 재측정. 2018-11 ~ 2023-09, 60개월.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전에 전략을 커밋한다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그리고 성과가 바로 그 커밋된 전략에서 나왔음을 영지식으로 증명한다.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왜 영지식이어야 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사전 커밋만이면 해시로 충분하다. 그런데 트레이더는 전략을 공개할 수 없다.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공개하면 알파가 죽는다.</a:t>
            </a:r>
          </a:p>
          <a:p>
            <a:pPr algn="l">
              <a:lnSpc>
                <a:spcPct val="125000"/>
              </a:lnSpc>
            </a:pP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커밋은 내용을 숨겨야 하고, 나중의 증명은 성과가 그 숨겨진 것에서 나왔음을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열어보지 않고 보여야 한다. ZK 없이 하려면 검증자가 직접 재계산하도록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전략과 모든 거래를 공개해야 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하나의 공격을 막는다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무엇을 막는가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84831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commitStrategy  :77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내지 않은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517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proveReturnAtLeast  :185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21868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proveMaxWeight  :242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8561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proveNavReturnAtLeast  :318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35254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registerStrategy  :95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CF1F7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1947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Menlo"/>
              </a:rPr>
              <a:t>proveAttestedNav  :82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5번과 6번이 차별점이다. Obscura 와 Proof of Alpha 는 과거 성과를 인증하지만,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"몇 개를 돌렸는지" 는 다루지 않는다.  ← contracts/track_record.compact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빼고 계산할 수 없다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5EE0B0"/>
                </a:solidFill>
                <a:latin typeface="Apple SD Gothic Neo"/>
              </a:rPr>
              <a:t>npm run nav  ·  거부 3 + 통과 1,  0.3초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말이 아니라 실행 결과</a:t>
            </a:r>
          </a:p>
        </p:txBody>
      </p:sp>
      <p:pic>
        <p:nvPicPr>
          <p:cNvPr id="4" name="Picture 3" descr="cap-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865" y="777240"/>
            <a:ext cx="9161964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EE0B0"/>
                </a:solidFill>
                <a:latin typeface="Apple SD Gothic Neo"/>
              </a:rPr>
              <a:t>거부 3 · 통과 1 · 0.2초 · 자격증명 불필요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 — 왼쪽 열은 체인에 닿지 않는다</a:t>
            </a:r>
          </a:p>
        </p:txBody>
      </p:sp>
      <p:pic>
        <p:nvPicPr>
          <p:cNvPr id="4" name="Picture 3" descr="architectur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71" y="731520"/>
            <a:ext cx="9217152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을 어떻게 썼는가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프라이버시가 관례가 아니라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검사로 강제된다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disclose() 를 하나 지우고 컴파일하면 — 실제 출력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7520"/>
            <a:ext cx="10515600" cy="27340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623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파일·줄·"프로그램을 통과한 경로"까지 짚어 준다. 공개되는 것은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내가 공개하기로 결정한 것이지 새어 나간 것이 아니다.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실제로 동작한다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11384280" cy="4039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440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USDⓈ-M 선물 계좌의 잔고다. Primus zkTLS 공증인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0xdb736b13… 이 거래소 TLS 세션에서 직접 읽었다 — 자기 신고가 아니다.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E0B0"/>
                </a:solidFill>
                <a:latin typeface="Menlo"/>
              </a:rPr>
              <a:t>curl -s -X POST https://indexer.preview.midnight.network/api/v4/graphql \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EE0B0"/>
                </a:solidFill>
                <a:latin typeface="Menlo"/>
              </a:rPr>
              <a:t>  -d '{"query":"{ contractAction(address:\"f57c3092…\"){ __typename } }"}'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못 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신뢰 가정은 사라지지 않았다.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옮겼을 뿐이다.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"트레이더가 정직하다" → "Primus 공증인 그룹이 정직하고 TLS 가 안 깨졌다".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분산 공증인 그룹이라 훨씬 낫지만 여전히 가정이다.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accountId 를 거래소 계정 식별자(uid)에 묶어, 신원 하나의 가격을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0 에서 KYC 1회로 올렸다. 시빌 저항을 만드는 게 아니라 거래소의 것을 상속한다.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다른 거래소를 쓰면 신원은 여전히 늘어난다.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심사자가 계정 없이 확인할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ECF1F7"/>
                </a:solidFill>
                <a:latin typeface="Apple SD Gothic Neo"/>
              </a:rPr>
              <a:t>npm run verify · npm test</a:t>
            </a:r>
          </a:p>
        </p:txBody>
      </p:sp>
      <p:pic>
        <p:nvPicPr>
          <p:cNvPr id="5" name="Picture 4" descr="cap-ver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38" y="1463040"/>
            <a:ext cx="7065818" cy="2286000"/>
          </a:xfrm>
          <a:prstGeom prst="rect">
            <a:avLst/>
          </a:prstGeom>
        </p:spPr>
      </p:pic>
      <p:pic>
        <p:nvPicPr>
          <p:cNvPr id="6" name="Picture 5" descr="cap-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938" y="3977639"/>
            <a:ext cx="706581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직접 확인해 보세요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계정도 도커도 필요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git clone https://github.com/SeoDongOk/proof-of-track-record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ci &amp;&amp; npm run build          # 약 40초, 회로 14개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test                         # 28개 통과,  0.8초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run nav                      # 거부 3 + 통과 1,  0.2초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EE0B0"/>
                </a:solidFill>
                <a:latin typeface="Menlo"/>
              </a:rPr>
              <a:t>npm run verify                   # zkTLS 증언 서명 검증,  0.2초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npm run verify 는 저장소에 들어 있는 실제 zkTLS 증언의 서명을 오프라인에서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확인하고, 값을 한 글자 바꾼 사본이 거부되는 것까지 같은 실행에서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